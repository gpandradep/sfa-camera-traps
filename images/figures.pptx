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F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26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324B-92DD-BA45-65C3-DFB833CF0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4A246-09DE-D59F-7861-948789E83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3B14E-DF06-24F1-8C66-3FA38642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65CD7-4A3D-7860-4B19-F26EAE2E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D2DFF-76FE-3871-0DDD-7768FF84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4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D174-4D37-254D-4FB1-9134A6F4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78273-F8ED-D8FA-6EC8-59E1E6B64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2578A-C9BA-BCDA-D802-3CAA758B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E403-726D-2988-23C0-20844413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9B4C8-D962-B5BE-7762-DA0A5941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9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31983-8204-0C46-30E6-EE94B172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E2148-0963-50BC-678F-6CB68BD65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D153-BAB4-1B42-56A9-FBA4B838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622A2-9C95-599F-0EED-717ED206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1642-F978-20A5-AFB7-17BFCC1F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68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CD55-6005-4C67-4381-CBBF3C1A7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E7CB6-7233-7C07-68FB-9D5A38190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D1799-54BF-74A3-7469-A8AD09A1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37508-CC57-5E12-AEB9-4C2E5A47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76404-53AF-9890-0682-A6F95B29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C87FC-9554-32F3-EADD-7811900C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C2AF-E7D9-4CBD-566A-6C363474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FDDCB-349B-54B9-C7A7-7B7563BBA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6B7D2-63FD-6F94-1B7F-31BBDF673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E18B6-9CB5-8605-82B0-7CABC5FBF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9331B-A05A-2DF2-F37F-30B971799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14E29-5598-1B19-A909-A81F9F1E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F2EE9-9A12-B568-1BB6-3957D159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875820-DB0B-60F1-92C7-9357B7DA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3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63A4-7055-A130-8AFB-304AE499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ED483-4704-AF33-CA51-9271029D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A2629-0F4A-D4F5-B575-F25ADB44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FD403-406F-875C-C502-09A5F4E7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0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FCAED-7A7E-B00C-C3BB-10EE5879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3A2365-19D7-0A40-9FBB-CE154577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6046B-672C-DABC-40AC-1DA5B960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5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ED01-94A6-960C-068E-48BDE018D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F0CE3-9D7B-9DCB-FC42-43C1E29BE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7645E-76B8-FE30-294D-CCA5525B5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1F945-10F5-8C44-AFF7-1C5E2CD5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31090-0F7D-5069-DA50-3805CA36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40757-C28B-F22C-4558-7611BE9B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5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A26-76DF-94F1-671E-E36DCB600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490F9-EDFA-BB06-7B68-8836B5F49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8E2A1-B8E5-338F-AE3A-16115E81D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302DE-C5D7-82F3-9D7D-99CC3531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00958-3BE6-A317-440D-B5FF0894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553D3-815E-7D35-85BD-CAD1BDE6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61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58F45-FE1E-2C01-6632-D6F5DE0F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CE255-4475-4773-3665-03996BC75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776F-8850-4F69-18C8-D08B6850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4A9CA-D0F5-47C5-2F72-D03A057B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7865E-CE37-627C-BDCC-634B5C75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5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DFC6A-2461-5445-1039-CDA43B1DA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FDF52-6E94-16A8-E5A3-EE876316C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D622B-CF2D-102B-CC8B-5D35F316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76F27-A6AB-FEDE-C94C-BD512DBD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C2B86-38CC-9C7C-0FA7-91870CE4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9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F8C920-772E-1301-C660-1A1C9B8D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7B450-54D9-4E8D-7984-2C754AC0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64A7D-A4C2-28E7-5DA0-BAE1ECB86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229E8-39D3-4A04-BE0F-7DC7381F42B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0C490-C107-5A94-BA10-6256451E7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47D39-EC40-2352-0741-1E8206F05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A98F2-BCAF-4E43-BD6D-F1E206D3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3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Marker with solid fill">
            <a:extLst>
              <a:ext uri="{FF2B5EF4-FFF2-40B4-BE49-F238E27FC236}">
                <a16:creationId xmlns:a16="http://schemas.microsoft.com/office/drawing/2014/main" id="{BE3E8107-FC8D-3436-3476-0B5D673BE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2909" y="1988023"/>
            <a:ext cx="2085599" cy="2085599"/>
          </a:xfrm>
          <a:prstGeom prst="rect">
            <a:avLst/>
          </a:prstGeom>
        </p:spPr>
      </p:pic>
      <p:pic>
        <p:nvPicPr>
          <p:cNvPr id="10" name="Graphic 9" descr="Marker with solid fill">
            <a:extLst>
              <a:ext uri="{FF2B5EF4-FFF2-40B4-BE49-F238E27FC236}">
                <a16:creationId xmlns:a16="http://schemas.microsoft.com/office/drawing/2014/main" id="{932B2D1D-A6FB-89A2-7E21-BF56B03B6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29" y="3918594"/>
            <a:ext cx="2085599" cy="2085599"/>
          </a:xfrm>
          <a:prstGeom prst="rect">
            <a:avLst/>
          </a:prstGeom>
        </p:spPr>
      </p:pic>
      <p:pic>
        <p:nvPicPr>
          <p:cNvPr id="11" name="Graphic 10" descr="Marker with solid fill">
            <a:extLst>
              <a:ext uri="{FF2B5EF4-FFF2-40B4-BE49-F238E27FC236}">
                <a16:creationId xmlns:a16="http://schemas.microsoft.com/office/drawing/2014/main" id="{498CE6DF-633E-3D94-5494-6FB427EF25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24601" y="4019232"/>
            <a:ext cx="1880090" cy="188009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883A72-1B4E-C3CC-A16B-F29AE45340CE}"/>
              </a:ext>
            </a:extLst>
          </p:cNvPr>
          <p:cNvCxnSpPr>
            <a:cxnSpLocks/>
          </p:cNvCxnSpPr>
          <p:nvPr/>
        </p:nvCxnSpPr>
        <p:spPr>
          <a:xfrm>
            <a:off x="1786403" y="5373980"/>
            <a:ext cx="1398610" cy="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890E25-C4C9-5DE8-2F2D-48AC46258521}"/>
              </a:ext>
            </a:extLst>
          </p:cNvPr>
          <p:cNvCxnSpPr>
            <a:cxnSpLocks/>
          </p:cNvCxnSpPr>
          <p:nvPr/>
        </p:nvCxnSpPr>
        <p:spPr>
          <a:xfrm flipH="1">
            <a:off x="1414820" y="3272263"/>
            <a:ext cx="569325" cy="831274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EF084C-4442-495A-EFD4-44EF5496B17C}"/>
              </a:ext>
            </a:extLst>
          </p:cNvPr>
          <p:cNvCxnSpPr>
            <a:cxnSpLocks/>
          </p:cNvCxnSpPr>
          <p:nvPr/>
        </p:nvCxnSpPr>
        <p:spPr>
          <a:xfrm flipH="1" flipV="1">
            <a:off x="2951705" y="3319906"/>
            <a:ext cx="570488" cy="744069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BD0A4B8-5FD5-73DF-B0C1-98A94D3A2376}"/>
              </a:ext>
            </a:extLst>
          </p:cNvPr>
          <p:cNvCxnSpPr>
            <a:cxnSpLocks/>
          </p:cNvCxnSpPr>
          <p:nvPr/>
        </p:nvCxnSpPr>
        <p:spPr>
          <a:xfrm flipH="1">
            <a:off x="4816460" y="4512819"/>
            <a:ext cx="2232909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31CFBE4-CE48-9D8A-5EAE-EED4EB6FC1E0}"/>
              </a:ext>
            </a:extLst>
          </p:cNvPr>
          <p:cNvSpPr txBox="1"/>
          <p:nvPr/>
        </p:nvSpPr>
        <p:spPr>
          <a:xfrm rot="18441910">
            <a:off x="869208" y="3255661"/>
            <a:ext cx="1330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200 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6D4FF0-FA0E-2E88-981B-A96F7D25CFE3}"/>
              </a:ext>
            </a:extLst>
          </p:cNvPr>
          <p:cNvSpPr txBox="1"/>
          <p:nvPr/>
        </p:nvSpPr>
        <p:spPr>
          <a:xfrm rot="3147375">
            <a:off x="2891081" y="3341552"/>
            <a:ext cx="1128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200 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4647BF-433F-CCB0-6FB2-FA3D657A66DD}"/>
              </a:ext>
            </a:extLst>
          </p:cNvPr>
          <p:cNvSpPr txBox="1"/>
          <p:nvPr/>
        </p:nvSpPr>
        <p:spPr>
          <a:xfrm>
            <a:off x="5368061" y="3973175"/>
            <a:ext cx="1141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~1 km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0F1C7A-23E9-0002-227B-2E41DC399421}"/>
              </a:ext>
            </a:extLst>
          </p:cNvPr>
          <p:cNvSpPr txBox="1"/>
          <p:nvPr/>
        </p:nvSpPr>
        <p:spPr>
          <a:xfrm>
            <a:off x="4499503" y="3272263"/>
            <a:ext cx="2866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Distance  between triangles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6B6462-54D1-2376-CB89-0A8977532C87}"/>
              </a:ext>
            </a:extLst>
          </p:cNvPr>
          <p:cNvSpPr txBox="1"/>
          <p:nvPr/>
        </p:nvSpPr>
        <p:spPr>
          <a:xfrm>
            <a:off x="1265954" y="1434888"/>
            <a:ext cx="2780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Triangle 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C54246-D20E-BBA8-78FD-7072BD315793}"/>
              </a:ext>
            </a:extLst>
          </p:cNvPr>
          <p:cNvSpPr txBox="1"/>
          <p:nvPr/>
        </p:nvSpPr>
        <p:spPr>
          <a:xfrm>
            <a:off x="7861119" y="1468600"/>
            <a:ext cx="2780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Triangle 2</a:t>
            </a:r>
          </a:p>
        </p:txBody>
      </p:sp>
      <p:pic>
        <p:nvPicPr>
          <p:cNvPr id="52" name="Graphic 51" descr="Marker with solid fill">
            <a:extLst>
              <a:ext uri="{FF2B5EF4-FFF2-40B4-BE49-F238E27FC236}">
                <a16:creationId xmlns:a16="http://schemas.microsoft.com/office/drawing/2014/main" id="{00E61EC7-C812-A3AD-D3D1-3A570A2F1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6149" y="454745"/>
            <a:ext cx="705431" cy="705431"/>
          </a:xfrm>
          <a:prstGeom prst="rect">
            <a:avLst/>
          </a:prstGeom>
        </p:spPr>
      </p:pic>
      <p:pic>
        <p:nvPicPr>
          <p:cNvPr id="53" name="Graphic 52" descr="Marker with solid fill">
            <a:extLst>
              <a:ext uri="{FF2B5EF4-FFF2-40B4-BE49-F238E27FC236}">
                <a16:creationId xmlns:a16="http://schemas.microsoft.com/office/drawing/2014/main" id="{D2ED8419-CABF-DB69-86FA-C2A6D8BBB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7276" y="430191"/>
            <a:ext cx="705432" cy="705432"/>
          </a:xfrm>
          <a:prstGeom prst="rect">
            <a:avLst/>
          </a:prstGeom>
        </p:spPr>
      </p:pic>
      <p:pic>
        <p:nvPicPr>
          <p:cNvPr id="54" name="Graphic 53" descr="Marker with solid fill">
            <a:extLst>
              <a:ext uri="{FF2B5EF4-FFF2-40B4-BE49-F238E27FC236}">
                <a16:creationId xmlns:a16="http://schemas.microsoft.com/office/drawing/2014/main" id="{D44AF72F-CE9C-C90A-47FF-A9E1248266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0680" y="430191"/>
            <a:ext cx="705431" cy="705431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FA4204A-EE69-F846-2CDB-D4E5156184CD}"/>
              </a:ext>
            </a:extLst>
          </p:cNvPr>
          <p:cNvSpPr txBox="1"/>
          <p:nvPr/>
        </p:nvSpPr>
        <p:spPr>
          <a:xfrm>
            <a:off x="1921640" y="5403895"/>
            <a:ext cx="1128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200 m</a:t>
            </a:r>
          </a:p>
        </p:txBody>
      </p:sp>
      <p:pic>
        <p:nvPicPr>
          <p:cNvPr id="86" name="Graphic 85" descr="Marker with solid fill">
            <a:extLst>
              <a:ext uri="{FF2B5EF4-FFF2-40B4-BE49-F238E27FC236}">
                <a16:creationId xmlns:a16="http://schemas.microsoft.com/office/drawing/2014/main" id="{649DD7A1-F4AF-DC21-1F64-4C63E4AE9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4398" y="1988023"/>
            <a:ext cx="2085599" cy="2085599"/>
          </a:xfrm>
          <a:prstGeom prst="rect">
            <a:avLst/>
          </a:prstGeom>
        </p:spPr>
      </p:pic>
      <p:pic>
        <p:nvPicPr>
          <p:cNvPr id="87" name="Graphic 86" descr="Marker with solid fill">
            <a:extLst>
              <a:ext uri="{FF2B5EF4-FFF2-40B4-BE49-F238E27FC236}">
                <a16:creationId xmlns:a16="http://schemas.microsoft.com/office/drawing/2014/main" id="{821E760F-0716-5DFF-FF3C-D5135A9E9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8718" y="3918594"/>
            <a:ext cx="2085599" cy="2085599"/>
          </a:xfrm>
          <a:prstGeom prst="rect">
            <a:avLst/>
          </a:prstGeom>
        </p:spPr>
      </p:pic>
      <p:pic>
        <p:nvPicPr>
          <p:cNvPr id="88" name="Graphic 87" descr="Marker with solid fill">
            <a:extLst>
              <a:ext uri="{FF2B5EF4-FFF2-40B4-BE49-F238E27FC236}">
                <a16:creationId xmlns:a16="http://schemas.microsoft.com/office/drawing/2014/main" id="{37D8F572-E240-38DD-EF14-4C90CC5D9D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6090" y="4019232"/>
            <a:ext cx="1880090" cy="1880090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DD6BDBE-67E2-AEF8-1F90-B8455C1A1BAB}"/>
              </a:ext>
            </a:extLst>
          </p:cNvPr>
          <p:cNvCxnSpPr>
            <a:cxnSpLocks/>
          </p:cNvCxnSpPr>
          <p:nvPr/>
        </p:nvCxnSpPr>
        <p:spPr>
          <a:xfrm>
            <a:off x="8537892" y="5373980"/>
            <a:ext cx="1398610" cy="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58D427F-F9DF-8E67-8417-8F384CAA172F}"/>
              </a:ext>
            </a:extLst>
          </p:cNvPr>
          <p:cNvCxnSpPr>
            <a:cxnSpLocks/>
          </p:cNvCxnSpPr>
          <p:nvPr/>
        </p:nvCxnSpPr>
        <p:spPr>
          <a:xfrm flipH="1">
            <a:off x="8166309" y="3272263"/>
            <a:ext cx="569325" cy="831274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6EB3D1A-19E3-FAA4-702B-A3A08803A56B}"/>
              </a:ext>
            </a:extLst>
          </p:cNvPr>
          <p:cNvCxnSpPr>
            <a:cxnSpLocks/>
          </p:cNvCxnSpPr>
          <p:nvPr/>
        </p:nvCxnSpPr>
        <p:spPr>
          <a:xfrm flipH="1" flipV="1">
            <a:off x="9703194" y="3319906"/>
            <a:ext cx="570488" cy="744069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DE819F7-BDC8-3B01-360C-3CEE71F43CED}"/>
              </a:ext>
            </a:extLst>
          </p:cNvPr>
          <p:cNvSpPr txBox="1"/>
          <p:nvPr/>
        </p:nvSpPr>
        <p:spPr>
          <a:xfrm rot="18441910">
            <a:off x="7620697" y="3255661"/>
            <a:ext cx="1330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200 m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73CFE96-919B-F09D-E258-6DC88B966FE7}"/>
              </a:ext>
            </a:extLst>
          </p:cNvPr>
          <p:cNvSpPr txBox="1"/>
          <p:nvPr/>
        </p:nvSpPr>
        <p:spPr>
          <a:xfrm rot="3147375">
            <a:off x="9642570" y="3341552"/>
            <a:ext cx="1128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200 m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693DF47-7D30-AF7F-4F11-9AF701836C3A}"/>
              </a:ext>
            </a:extLst>
          </p:cNvPr>
          <p:cNvSpPr txBox="1"/>
          <p:nvPr/>
        </p:nvSpPr>
        <p:spPr>
          <a:xfrm>
            <a:off x="8673129" y="5403895"/>
            <a:ext cx="1128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200 m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492CA5D-1A4E-864F-51B7-8B6D4D770A78}"/>
              </a:ext>
            </a:extLst>
          </p:cNvPr>
          <p:cNvSpPr txBox="1"/>
          <p:nvPr/>
        </p:nvSpPr>
        <p:spPr>
          <a:xfrm>
            <a:off x="3839913" y="619713"/>
            <a:ext cx="146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Control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A390A0A-1DE2-A69F-EAD4-C10BE5F2FEE4}"/>
              </a:ext>
            </a:extLst>
          </p:cNvPr>
          <p:cNvSpPr txBox="1"/>
          <p:nvPr/>
        </p:nvSpPr>
        <p:spPr>
          <a:xfrm>
            <a:off x="5775972" y="619713"/>
            <a:ext cx="146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Bait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8269282-FE1E-06DA-21E3-25AB42C6C959}"/>
              </a:ext>
            </a:extLst>
          </p:cNvPr>
          <p:cNvSpPr txBox="1"/>
          <p:nvPr/>
        </p:nvSpPr>
        <p:spPr>
          <a:xfrm>
            <a:off x="7628725" y="619713"/>
            <a:ext cx="146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Lure</a:t>
            </a:r>
          </a:p>
        </p:txBody>
      </p:sp>
    </p:spTree>
    <p:extLst>
      <p:ext uri="{BB962C8B-B14F-4D97-AF65-F5344CB8AC3E}">
        <p14:creationId xmlns:p14="http://schemas.microsoft.com/office/powerpoint/2010/main" val="3908169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Office Theme</vt:lpstr>
      <vt:lpstr>PowerPoint Presentation</vt:lpstr>
    </vt:vector>
  </TitlesOfParts>
  <Company>Stephen F. Austin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Andrade</dc:creator>
  <cp:lastModifiedBy>Gabriel Andrade</cp:lastModifiedBy>
  <cp:revision>1</cp:revision>
  <dcterms:created xsi:type="dcterms:W3CDTF">2026-09-25T15:05:36Z</dcterms:created>
  <dcterms:modified xsi:type="dcterms:W3CDTF">2026-09-25T15:27:32Z</dcterms:modified>
</cp:coreProperties>
</file>